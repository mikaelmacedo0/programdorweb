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boldItalic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90946ada-d454-4d64-8bce-c173c2a59f66.fntdata" /><ns0:Relationship Id="rIdFont19" Type="http://schemas.openxmlformats.org/officeDocument/2006/relationships/font" Target="fonts/02615bbc-cd7f-468a-bf98-ac5c38afe622.fntdata" /><ns0:Relationship Id="rIdFont20" Type="http://schemas.openxmlformats.org/officeDocument/2006/relationships/font" Target="fonts/c817fac5-beb9-491a-b6b3-f051e448e2c4.fntdata" /><ns0:Relationship Id="rIdFont21" Type="http://schemas.openxmlformats.org/officeDocument/2006/relationships/font" Target="fonts/c4b4a7d4-6c47-4cd3-bab6-ae72b40d11b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57526"/>
            <a:ext cx="2228850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90850" y="4257526"/>
            <a:ext cx="1800225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367063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4367063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209800"/>
            <a:ext cx="6107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DESENVOLVIMENTO DE SOFTWARE &amp; CONCURRÊNCIA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62225"/>
            <a:ext cx="9976246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Ramificações no Git e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66045"/>
            <a:ext cx="6572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Dominando o isolamento de código, colaboração paralela e o fluxo de Pull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4362301"/>
            <a:ext cx="197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Git &amp; GitHub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575" y="4362301"/>
            <a:ext cx="1419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Duração: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62250"/>
            <a:ext cx="5248275" cy="1057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10025"/>
            <a:ext cx="5248275" cy="1057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62250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010025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295525"/>
            <a:ext cx="5267325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305050"/>
            <a:ext cx="5248275" cy="3219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CONCEITO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que é uma Branch no Git?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52750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Ponteiro Móvel para Commits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2897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Uma branch é uma referência leve que avança automaticamente a cada novo salvamento no histórico.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00525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 Linha Principal (main)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76750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Representa o tronco do projeto com a versão mais estável e pronta para produção.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0941"/>
            <a:ext cx="3505200" cy="1845766"/>
          </a:xfrm>
          <a:prstGeom prst="roundRect">
            <a:avLst>
              <a:gd name="adj" fmla="val 61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5691"/>
            <a:ext cx="3505200" cy="2036266"/>
          </a:xfrm>
          <a:prstGeom prst="roundRect">
            <a:avLst>
              <a:gd name="adj" fmla="val 56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5691"/>
            <a:ext cx="3505200" cy="2036266"/>
          </a:xfrm>
          <a:prstGeom prst="roundRect">
            <a:avLst>
              <a:gd name="adj" fmla="val 56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25266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3001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3001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458616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262" y="3363366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363366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VANTAGENS CHAVE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Por que utilizar Ramificações?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82466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Isolamento Seguro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15841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Desenvolva sem afetar o código principal.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77716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Trabalho em Equipe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211091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Múltiplas pessoas alterando áreas distintas.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77716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Experimentos Livres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211091"/>
            <a:ext cx="2971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Descarte ideias com risco zero ao projeto.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8950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028950"/>
            <a:ext cx="38100" cy="809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28950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3028950"/>
            <a:ext cx="38100" cy="809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90975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990975"/>
            <a:ext cx="38100" cy="809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990975"/>
            <a:ext cx="5410200" cy="809625"/>
          </a:xfrm>
          <a:prstGeom prst="roundRect">
            <a:avLst>
              <a:gd name="adj" fmla="val 94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990975"/>
            <a:ext cx="38100" cy="8096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PRÁTICA NO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Comandos Essenciais no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19450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git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3219450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git branch feature/login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181475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git switch feature/login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4181475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git switch -c feature/login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219450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1. Listar branches locais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48050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git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19450"/>
            <a:ext cx="5791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2. Criar nova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48050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git branch feature/login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181475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3. Alternar para a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410075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git switch feature/login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81475"/>
            <a:ext cx="5791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4. Criar e alternar (Atalho)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10075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git switch -c feature/login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3225"/>
            <a:ext cx="3270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60825" y="2943225"/>
            <a:ext cx="3270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12050" y="2943225"/>
            <a:ext cx="3270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4125" y="3219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4333875"/>
            <a:ext cx="2870150" cy="314325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05351" y="3219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0850" y="4333875"/>
            <a:ext cx="2870150" cy="314325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56576" y="3219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12075" y="4333875"/>
            <a:ext cx="2870150" cy="314325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82905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829050"/>
            <a:ext cx="20002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INTEGRAÇÃO DE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Fluxo do Merge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250" y="32194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64" y="3752850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Voltar para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6" y="4048125"/>
            <a:ext cx="3587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Troque o contexto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56" y="4410075"/>
            <a:ext cx="34352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git switch 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2476" y="32194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2389" y="3752850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Fundir Alterações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081" y="4048125"/>
            <a:ext cx="3587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Incorpore a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8281" y="4410075"/>
            <a:ext cx="34352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git merge feature/login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3701" y="32194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3614" y="3752850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Limpeza (Opcional)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306" y="4048125"/>
            <a:ext cx="3587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Remova a branch finalizada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06" y="4410075"/>
            <a:ext cx="34352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8FAFC"/>
                </a:solidFill>
                <a:latin typeface="JetBrains Mono"/>
              </a:rPr>
              <a:t>git branch -d feature/login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9016"/>
            <a:ext cx="5381625" cy="2131516"/>
          </a:xfrm>
          <a:prstGeom prst="roundRect">
            <a:avLst>
              <a:gd name="adj" fmla="val 53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2890837"/>
            <a:ext cx="5286375" cy="2047875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4056608"/>
            <a:ext cx="4829175" cy="647700"/>
          </a:xfrm>
          <a:prstGeom prst="roundRect">
            <a:avLst>
              <a:gd name="adj" fmla="val 117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RESOLUÇÃO DE PROBLEMAS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Lidando com Conflitos de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119437"/>
            <a:ext cx="4924425" cy="1590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&lt;&lt;&lt;&lt;&lt;&lt;&lt; HEAD código atual da main ======= código vindo da feature &gt;&gt;&gt;&gt;&gt;&gt;&gt; feature/login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125241"/>
            <a:ext cx="633829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Quando ocorrem?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477666"/>
            <a:ext cx="49244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Quando duas pessoas alteram a mesma linha do mesmo arquivo em branches distintas.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209008"/>
            <a:ext cx="4619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O Git avisa: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1" sz="1050" i="1" u="none">
                <a:solidFill>
                  <a:srgbClr val="334155"/>
                </a:solidFill>
                <a:latin typeface="Plus Jakarta Sans"/>
              </a:rPr>
              <a:t>Automatic merge failed; fix conflicts and then commit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119437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Marcação de Conflito no Arquivo: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05187"/>
            <a:ext cx="492442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&lt;&lt;&lt;&lt;&lt;&lt;&lt; HEAD código atual da main ======= código vindo da feature &gt;&gt;&gt;&gt;&gt;&gt;&gt; feature/login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557712"/>
            <a:ext cx="566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Escolha a versão correta, remova as marcações e faça o commit.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447925"/>
            <a:ext cx="5286375" cy="120015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800475"/>
            <a:ext cx="5286375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667250"/>
            <a:ext cx="5286375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96025" y="2447925"/>
            <a:ext cx="38100" cy="1200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4625" y="3181350"/>
            <a:ext cx="4867275" cy="314325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3800475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6025" y="4667250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95525"/>
            <a:ext cx="5305425" cy="3238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05050"/>
            <a:ext cx="5286375" cy="3219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COLABORAÇÃO NA NUVEM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Workflow de Pull Request (PR)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60032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Envio da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257550"/>
            <a:ext cx="4810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git push -u origin feature/login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95287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Abertura do 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191000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Proponha a fusão via interface web do GitHub.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81965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Code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5057775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Membros do time analisam e aprovam o código.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565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9565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0992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09925"/>
            <a:ext cx="2600325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543300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8550" y="3543300"/>
            <a:ext cx="83820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9375" y="3457575"/>
            <a:ext cx="695325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20200" y="3457575"/>
            <a:ext cx="504825" cy="219075"/>
          </a:xfrm>
          <a:prstGeom prst="roundRect">
            <a:avLst>
              <a:gd name="adj" fmla="val 1739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PADRONIZAÇÃO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Convenção de Nomes para Branches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8140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RECURSO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481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feature/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24325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Novas funcionalidades no projeto.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3581400"/>
            <a:ext cx="781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CORREÇÃO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8481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fix/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124325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Ajustes de erros detectados.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3495675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Plus Jakarta Sans"/>
              </a:rPr>
              <a:t>URGENTE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7623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hotfix/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038600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Correções imediatas em produção.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349567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B21A8"/>
                </a:solidFill>
                <a:latin typeface="Plus Jakarta Sans"/>
              </a:rPr>
              <a:t>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7623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038600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Alterações exclusivamente textuais.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032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9565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86300"/>
            <a:ext cx="109728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DESAFIO MÃO NA MASSA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Roteiro Prático da Turma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52725"/>
            <a:ext cx="4953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2771775"/>
            <a:ext cx="6988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Inicie um repositório local e envie para o GitHub com um arquivo README.md.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48050"/>
            <a:ext cx="533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3462337"/>
            <a:ext cx="41195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Crie e mude para a branch </a:t>
            </a:r>
            <a:r>
              <a:rPr b="0" sz="1200" i="0" u="none">
                <a:solidFill>
                  <a:srgbClr val="0284C7"/>
                </a:solidFill>
                <a:latin typeface="Plus Jakarta Sans"/>
              </a:rPr>
              <a:t>feature/estilo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43375"/>
            <a:ext cx="533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50" y="4162425"/>
            <a:ext cx="572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Adicione um arquivo CSS, faça o commit e dê o push da branch.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838700"/>
            <a:ext cx="5429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75" y="4857750"/>
            <a:ext cx="5179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Abra um Pull Request no GitHub e realize o Merge na 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76812" y="4271962"/>
            <a:ext cx="2238375" cy="428625"/>
          </a:xfrm>
          <a:prstGeom prst="roundRect">
            <a:avLst>
              <a:gd name="adj" fmla="val 17777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574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328862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6910" y="2995612"/>
            <a:ext cx="543817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Hora de Ramificar!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5359" y="3729037"/>
            <a:ext cx="644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Abra seu terminal, crie sua branch e bom desenvolvimento.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715" y="4386262"/>
            <a:ext cx="226456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Perguntas &amp; Respostas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3143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https://nvie.com/img/git-model@2x.png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1583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nvie.com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4500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https://assets.linearb.io/uploads/image-1-1-1024x705.png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1583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linearb.io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