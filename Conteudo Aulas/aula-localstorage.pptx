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ula localStorage" id="{18b315a3-6442-9a86-f6c3-3b4320f7713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UL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FIM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localStorage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Guardando dados no navegador com Web Storage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Elaborar Projetos de Aplicações para Web · JavaScript</a:t>
            </a:r>
            <a:endParaRPr lang="en-US" sz="1400" dirty="0"/>
          </a:p>
        </p:txBody>
      </p:sp>
      <p:sp>
        <p:nvSpPr>
          <p:cNvPr id="5" name="codigo"/>
          <p:cNvSpPr/>
          <p:nvPr/>
        </p:nvSpPr>
        <p:spPr>
          <a:xfrm>
            <a:off x="640080" y="374904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0F1B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886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Objetivos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Entender o conceito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Storage e quando usar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280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Dominar a API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setItem, getItem, removeItem, clear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71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Guardar objetos e listas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Conversão com JSON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971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Aplicar no projeto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Tema, formulário e carrinho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problema: a página esquece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Sem armazenamento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Variáveis vivem na memória e somem no F5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280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Carrinho vazio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cliente adiciona 3 pizzas, recarrega e perde tudo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71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 localStorage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Dados ficam salvos no navegador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971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Persistência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Sobrevivem a fechar e reabrir o navegador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Web Storage: as opções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Característica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localStorage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sessionStorage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Cookies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Duração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Até ser apagado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Até fechar a aba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Até expirar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Capacidade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5 MB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5 MB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4 KB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Vai ao servidor?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Sim, a cada requisição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Acesso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Mesma origem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Mesma aba e origem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Mesma origem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Inspecione em DevTools (F12) › Application › Local Storage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setItem e getItem</a:t>
            </a:r>
            <a:endParaRPr lang="en-US" sz="3200" dirty="0"/>
          </a:p>
        </p:txBody>
      </p:sp>
      <p:sp>
        <p:nvSpPr>
          <p:cNvPr id="3" name="codigo"/>
          <p:cNvSpPr/>
          <p:nvPr/>
        </p:nvSpPr>
        <p:spPr>
          <a:xfrm>
            <a:off x="457200" y="11887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0F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setItem(chave, valor)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'plano'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'Anual'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getItem(chave)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(nome);  </a:t>
            </a:r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'Ana'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'nada'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(x);     </a:t>
            </a:r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Chave e valor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Chave repetida sobrescreve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o que volta se a chave não existe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5661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Sempre string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valor é convertido em texto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Remover e inspecionar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removeItem(chave)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Apaga uma chave específica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280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clear()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Apaga tudo deste site, use com cuidado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71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length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Quantidade de itens salvos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9718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key(0)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Nome da chave pela posição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Armadilha: tudo vira string</a:t>
            </a:r>
            <a:endParaRPr lang="en-US" sz="3200" dirty="0"/>
          </a:p>
        </p:txBody>
      </p:sp>
      <p:sp>
        <p:nvSpPr>
          <p:cNvPr id="3" name="codigo"/>
          <p:cNvSpPr/>
          <p:nvPr/>
        </p:nvSpPr>
        <p:spPr>
          <a:xfrm>
            <a:off x="457200" y="11887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F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'pizzas'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'pizzas'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(typeof n);  </a:t>
            </a:r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'string'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 +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</a:t>
            </a:r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'31'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+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ativo = valor ===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'true'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Converta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Number() para números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Booleanos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com o texto 'true'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5661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Objetos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JSON (próximo slide)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JSON: objetos e listas</a:t>
            </a:r>
            <a:endParaRPr lang="en-US" sz="3200" dirty="0"/>
          </a:p>
        </p:txBody>
      </p:sp>
      <p:sp>
        <p:nvSpPr>
          <p:cNvPr id="3" name="codigo"/>
          <p:cNvSpPr/>
          <p:nvPr/>
        </p:nvSpPr>
        <p:spPr>
          <a:xfrm>
            <a:off x="457200" y="118872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0F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carrinho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sabor: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'Calabresa'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qtd: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sabor: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'Marguerita'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qtd: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salvar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 = JSON.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stringify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(carrinho);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'carrinho'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salvo = JSON.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'carrinho'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stringify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Objeto vira texto para salvar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Texto vira objeto ao 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5661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Sem 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Salva '[object Object]'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Exemplo: tema claro e escuro</a:t>
            </a:r>
            <a:endParaRPr lang="en-US" sz="3200" dirty="0"/>
          </a:p>
        </p:txBody>
      </p:sp>
      <p:sp>
        <p:nvSpPr>
          <p:cNvPr id="3" name="codigo"/>
          <p:cNvSpPr/>
          <p:nvPr/>
        </p:nvSpPr>
        <p:spPr>
          <a:xfrm>
            <a:off x="457200" y="118872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0F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aplicarTema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(tema)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escuro = tema ===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'escuro'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'escuro'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escuro);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'tema'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tema);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'tema'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aplicarTema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===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'escuro'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'claro'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'escuro'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aplicarTema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'tema'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||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'claro'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Carrega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Lê o tema salvo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2. Aplica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classList.toggle no body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5661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3. Clica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 e salva de novo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Exemplo: carrinho da pizzaria</a:t>
            </a:r>
            <a:endParaRPr lang="en-US" sz="3200" dirty="0"/>
          </a:p>
        </p:txBody>
      </p:sp>
      <p:sp>
        <p:nvSpPr>
          <p:cNvPr id="3" name="codigo"/>
          <p:cNvSpPr/>
          <p:nvPr/>
        </p:nvSpPr>
        <p:spPr>
          <a:xfrm>
            <a:off x="457200" y="118872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0F1B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lerCarrinho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 =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'carrinho'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 ? JSON.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(texto) : [];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salvarCarrinho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'carrinho'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JSON.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stringify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(lista));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lerCarrinho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</a:t>
            </a:r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sabor: </a:t>
            </a:r>
            <a:pPr indent="0" marL="0">
              <a:buNone/>
            </a:pPr>
            <a:r>
              <a:rPr lang="en-US" sz="1200" dirty="0">
                <a:solidFill>
                  <a:srgbClr val="A5E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'Portuguesa'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qtd: </a:t>
            </a:r>
            <a:pPr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salvarCarrinho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(lista);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Funções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único lugar fala com o storage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Fluxo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Ler, alterar, salvar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56616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Vazio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dado vira lista []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Cuidados e boas práticas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Nunca guarde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Senhas e tokens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Dados de cartão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Dados pessoais sensíveis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Regras de negócio confiáveis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280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Pode guardar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920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Tema e idioma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Rascunhos de formulário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Carrinho e filtros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Progresso do usuário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usuário vê e edita tudo no DevTools. Trate null e use try/catch no JSON.parse.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Atividade e resumo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A623"/>
                </a:solidFill>
              </a:rPr>
              <a:t>Atividade: lista de treinos da academia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Campo de texto e botão Adicionar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Mostrar os treinos em uma &lt;ul&gt;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Salvar a lista no localStorage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Restaurar a lista ao recarregar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Desafio: remover item e limpar tudo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0" y="1188720"/>
            <a:ext cx="3383280" cy="2926080"/>
          </a:xfrm>
          <a:prstGeom prst="roundRect">
            <a:avLst>
              <a:gd name="adj" fmla="val 25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0" y="12801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A623"/>
                </a:solidFill>
              </a:rPr>
              <a:t>Resumo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Pares chave/valor em texto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setItem, getItem, removeItem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JSON para objetos e listas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Nada de dados sensíveis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">
  <a:themeElements>
    <a:clrScheme name="Ocean">
      <a:dk1>
        <a:srgbClr val="1B2338"/>
      </a:dk1>
      <a:lt1>
        <a:srgbClr val="FFFFFF"/>
      </a:lt1>
      <a:dk2>
        <a:srgbClr val="21295C"/>
      </a:dk2>
      <a:lt2>
        <a:srgbClr val="EAF3F8"/>
      </a:lt2>
      <a:accent1>
        <a:srgbClr val="065A82"/>
      </a:accent1>
      <a:accent2>
        <a:srgbClr val="1C7293"/>
      </a:accent2>
      <a:accent3>
        <a:srgbClr val="F5A623"/>
      </a:accent3>
      <a:accent4>
        <a:srgbClr val="1E9E8A"/>
      </a:accent4>
      <a:accent5>
        <a:srgbClr val="D64545"/>
      </a:accent5>
      <a:accent6>
        <a:srgbClr val="7A8CA5"/>
      </a:accent6>
      <a:hlink>
        <a:srgbClr val="065A82"/>
      </a:hlink>
      <a:folHlink>
        <a:srgbClr val="7A8CA5"/>
      </a:folHlink>
    </a:clrScheme>
    <a:fontScheme name="Oc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2026-10-06T11:01:27Z</dcterms:created>
  <dcterms:modified xsi:type="dcterms:W3CDTF">2026-10-06T11:01:27Z</dcterms:modified>
</cp:coreProperties>
</file>