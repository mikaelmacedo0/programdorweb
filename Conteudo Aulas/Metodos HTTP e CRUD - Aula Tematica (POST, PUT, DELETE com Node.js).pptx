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C87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TEMÁTICA · BACK-END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HTTP e CRUD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Criando, lendo, atualizando e removendo dados com Node.js e Express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3C87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49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de Back-end com Node.js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e avançando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vimos: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Node.js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npm, package.json e módulos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básico com Express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GET e resposta em JSON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371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ver: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CRUD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35915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313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HTTP: GET, POST, PUT, DELETE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84378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7980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Recebendo dados com req.body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32841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282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Criando, atualizando e removendo dados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81304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HTTP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2976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Testando rotas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478231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o front-end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526694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práticas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situação comum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GET conseguimos mostrar os horários da academia. Mas e se o administrador quiser cadastrar um horário novo?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sozinho não resolve: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um novo horário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um horário existente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 horário cancelado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dados de um formulário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entram outros métodos HTTP: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POST, PUT e DELETE.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CRUD?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é o conjunto das quatro operações básicas que qualquer aplicação faz com dados.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292608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73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novo dado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320540" y="292608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05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Ler/consultar dados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E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7063740" y="292608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37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um dado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8B2E2E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6940" y="292608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69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52560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 dado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Praticamente toda aplicação Web é uma variação de CRUD.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HTTP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requisição HTTP tem um verbo que indica a intenção.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42316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novo dado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42316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um dado existente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8B2E2E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23760" y="242316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 dado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3544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5B6672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72600" y="242316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parcialmente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114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foco será em três: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45720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2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5257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criar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45720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2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5257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atualizar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92440" y="45720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2E3A6E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75320" y="5257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remover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x Métodos HTTP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do CRUD tem um método HTTP correspondente.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7373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/produtos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718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71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7889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7889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/produtos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233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23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8404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3840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3840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/produtos/:id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0749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8B2E2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74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48920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91840" y="4892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4892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/produtos/:id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Armazenando dados em memória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aprender banco de dados (próxima aula), vamos simular com um array.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Nossa "base de dados" temporária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nome: "Pizza", preco: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nome: "Suco",  preco: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8B2E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617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0292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dados existem só enquanto o servidor está rodando. Se reiniciar, tudo volta ao estado inicial. Por isso, mais adiante, vamos usar um banco de dados de verdade.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— criando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app.post() para receber dados e adicionar algo novo.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habilita ler JSON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novoProduto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req.body;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produtos.push(novoProduto);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).json(novoProduto);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3C873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754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express.json()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1663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middleware — permite que o Express entenda dados JSON enviados no corpo da requisição.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Recebendo dados: req.body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 contém os dados enviados pelo cliente na requisição.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envia: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4963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4963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24963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78892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"nome"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"Refrigerante"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"preco"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acessa com: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233172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24963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922008" y="24963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123176" y="24963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78892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req.body.nome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Refrigerante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req.body.preco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343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express.json(), req.body fica undefined.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7548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middleware precisa ser configurado antes das rotas que usam req.body — geralmente logo depois de criar o app.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cadastrando um produto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852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require(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"express"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express();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produtos.push(req.body);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).json(req.body);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9480" y="1280160"/>
            <a:ext cx="4251960" cy="4663440"/>
          </a:xfrm>
          <a:prstGeom prst="roundRect">
            <a:avLst>
              <a:gd name="adj" fmla="val 2151"/>
            </a:avLst>
          </a:prstGeom>
          <a:solidFill>
            <a:srgbClr val="2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155448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15087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POST /produtos com JSON no corpo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01000" y="2377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lê o corpo com req.body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0" y="329184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01000" y="32461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adiciona ao array produtos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0" y="416052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01000" y="41148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com status 201 e o item criado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— atualizando dados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o :id da rota para encontrar e substituir um dado existente.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"/produtos/:id"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Number(req.params.id);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produtos.findIndex(p =&gt; p.id === id);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(indice === -1)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).json({ erro: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"Não encontrado"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produtos[indice] = { id, ...req.body };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res.json(produtos[indice]);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findIndex() localiza a posição do item no array pelo id.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editando um produto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084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2084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499616" y="2084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3774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1, nome: "Pizza", preco: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PUT /produtos/1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92024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0840" y="2084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922008" y="2084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23176" y="2084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23774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1, nome: "Pizza G.", preco: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da requisição enviado: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325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4325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4325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17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"nome"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"Pizza G."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"preco"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7607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 continua o mesmo — só os outros dados mudam.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— removendo 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Encontramos o item pelo id e o removemos do array.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"/produtos/:id"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Number(req.params.id);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produtos = produtos.filter(p =&gt; p.id !== id);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).send();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8B2E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029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cria um novo array mantendo apenas os itens que NÃO têm o id removido.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5669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 = deu certo, mas não há nada para devolver.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removendo um produto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nome: "Pizza" },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nome: "Suco"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/produtos/2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 = produtos.filter(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=&gt; p.id !== 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[{ id: 1, nome: "Pizza" }]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28016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463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ao remover: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95160" y="19659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Confirme com o usuário antes de deletar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95160" y="27432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Considere "soft delete" (marcar como inativo) em vez de apagar de vez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95160" y="35204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Sempre valide se o id existe antes de remover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 HTTP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que informam o resultado da requisição.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(GET, PUT)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874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criado (POST)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874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3816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sem corpo (DELETE)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inválidos enviados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8B2E2E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80560" y="4069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não encontrado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5B6672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38160" y="4069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interno do servidor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 as rotas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só faz GET diretamente — para POST, PUT e DELETE usamos ferramentas de teste.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Client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VS Code, simples de usar.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377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dedicada, muito usada no mercado.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no console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377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no DevTools do navegador.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Testando POST com fetch no console do navegador: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217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050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40050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25296" y="40050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97680"/>
            <a:ext cx="10332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"http://localhost:3000/produtos"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"POST"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 "Content-Type"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 nome: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"Água"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preco: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 de um recurso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tudo: as quatro rotas de /produtos no mesmo arquivo.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res.json(produtos));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produtos.push(req.body);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).json(req.body);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"/produtos/:id"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localizar e substituir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res.json(req.body);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"/produtos/:id"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localizar e remover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).send();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Conectando o front-end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formulário HTML pode enviar dados direto para o back-end.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novoProduto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nomeInput.value,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preco: Number(precoInput.value)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"POST"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"Content-Type"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JSON.stringify(novoProduto)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e.preventDefault() impede o recarregamento padrão da página ao enviar o formulário.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cadastro conectado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852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id="formProduto"&gt;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id="nome" placeholder="Nome"&gt;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id="preco" type="number"&gt;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type="submit"&gt;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Salvar&lt;/button&gt;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id="lista"&gt;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9480" y="1280160"/>
            <a:ext cx="4251960" cy="4663440"/>
          </a:xfrm>
          <a:prstGeom prst="roundRect">
            <a:avLst>
              <a:gd name="adj" fmla="val 215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463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1938528"/>
            <a:ext cx="320040" cy="32004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36992" y="19202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preenche o formulário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0" y="2651760"/>
            <a:ext cx="320040" cy="32004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36992" y="263347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captura o submit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0" y="3364992"/>
            <a:ext cx="320040" cy="32004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3364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36992" y="334670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envia POST ao servidor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0" y="4078224"/>
            <a:ext cx="320040" cy="32004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36992" y="405993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salva e responde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98080" y="4791456"/>
            <a:ext cx="320040" cy="32004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4791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36992" y="47731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é atualizada na tela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C87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 do projeto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 mesmo recurso da aula anterior (ex: produtos, horários), implemente: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606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todos os itens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291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novo item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um item pelo 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63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4663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 item pelo 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4864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cada rota com Thunder Client, Postman ou fetch no console.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o formulário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um formulário HTML do seu projeto à rota POST que você criou.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com pelo menos 2 campos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captura o evento submit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envia os dados via POST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na tela é atualizada com o novo item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834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Bônus: depois de salvar, limpe o formulário e adicione o item na lista sem recarregar a página.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46304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447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1280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Entendo o que é CRUD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4224" y="146304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4447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56832" y="1280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diferenciar GET, POST, PUT e DELETE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10312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084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Configurei express.json()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210312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084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56832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usar req.body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274320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2560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uma rota POST funcional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5603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224" y="274320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56832" y="2560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uma rota PUT funcional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2004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" y="338328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3649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8992" y="3200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uma rota DELETE funcional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04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338328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33649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56832" y="3200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usar status codes corretamente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384048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402336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005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8992" y="3840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Testei rotas com Thunder Client/Postman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84048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4224" y="4023360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4005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56832" y="3840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Conectei um formulário via fetch()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CRUD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HTTP: GET, POST, PUT, DELETE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 e express.json()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Criando, atualizando e removendo dados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HTTP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Testando rotas com ferramentas dedicadas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front-end e back-end via fetch()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7947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vocês conseguem construir uma API completa — o coração de qualquer aplicação Web moderna.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3C873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constrói uma API completa!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3C87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 POST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 criar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103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43400" y="2560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8B2E2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103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0" y="2560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Trocando o array temporário por um banco de dados de verdade — para que os dados sobrevivam ao reiniciar o servidor.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2026-10-05T02:30:32Z</dcterms:created>
  <dcterms:modified xsi:type="dcterms:W3CDTF">2026-10-05T02:30:32Z</dcterms:modified>
</cp:coreProperties>
</file>